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B025-7EF6-4AF7-AE9F-21AEBE4DBE0F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6A20-8787-4DE6-945B-AD573E09B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469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B025-7EF6-4AF7-AE9F-21AEBE4DBE0F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6A20-8787-4DE6-945B-AD573E09B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009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B025-7EF6-4AF7-AE9F-21AEBE4DBE0F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6A20-8787-4DE6-945B-AD573E09B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656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B025-7EF6-4AF7-AE9F-21AEBE4DBE0F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6A20-8787-4DE6-945B-AD573E09B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781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B025-7EF6-4AF7-AE9F-21AEBE4DBE0F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6A20-8787-4DE6-945B-AD573E09B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772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B025-7EF6-4AF7-AE9F-21AEBE4DBE0F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6A20-8787-4DE6-945B-AD573E09B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180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B025-7EF6-4AF7-AE9F-21AEBE4DBE0F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6A20-8787-4DE6-945B-AD573E09B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326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B025-7EF6-4AF7-AE9F-21AEBE4DBE0F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6A20-8787-4DE6-945B-AD573E09B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86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B025-7EF6-4AF7-AE9F-21AEBE4DBE0F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6A20-8787-4DE6-945B-AD573E09B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522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B025-7EF6-4AF7-AE9F-21AEBE4DBE0F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6A20-8787-4DE6-945B-AD573E09B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498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B025-7EF6-4AF7-AE9F-21AEBE4DBE0F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6A20-8787-4DE6-945B-AD573E09B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345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BEB025-7EF6-4AF7-AE9F-21AEBE4DBE0F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A66A20-8787-4DE6-945B-AD573E09B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467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Mayank Singh</dc:creator>
  <cp:lastModifiedBy>Mayank Singh</cp:lastModifiedBy>
  <cp:revision>1</cp:revision>
  <dcterms:created xsi:type="dcterms:W3CDTF">2025-11-10T02:02:55Z</dcterms:created>
  <dcterms:modified xsi:type="dcterms:W3CDTF">2025-11-10T02:03:58Z</dcterms:modified>
</cp:coreProperties>
</file>